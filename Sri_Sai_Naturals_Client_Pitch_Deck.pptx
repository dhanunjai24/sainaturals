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29260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PROPRIETARY QUICK-COMMERCE &amp; E-COMMERCE PLATFORM</a:t>
            </a:r>
          </a:p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Sri Sai Natural Foods</a:t>
            </a:r>
          </a:p>
          <a:p>
            <a:pPr>
              <a:defRPr sz="2000">
                <a:solidFill>
                  <a:srgbClr val="94A3B8"/>
                </a:solidFill>
                <a:latin typeface="Arial"/>
              </a:defRPr>
            </a:pPr>
            <a:r>
              <a:t>Commercial Product Acquisition &amp; Turnkey Solution Pitch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25 Pages &amp; Modules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Customer Storefront + Admin ERP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75488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4846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0% Marketplace Cuts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Save 15-30% on Zepto/Swiggy fees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75488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4846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Mobile Ready (Android)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Built-in Capacitor wrapper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754880"/>
            <a:ext cx="256032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48463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Turnkey Architecture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PostgreSQL + Instant Demo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PROBLEM &amp;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Own Your Own Quick-Commerce Platform?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hidden costs of third-party aggregator dependency vs. direct-to-consumer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F4444"/>
                </a:solidFill>
                <a:latin typeface="Arial"/>
              </a:defRPr>
            </a:pPr>
            <a:r>
              <a:t>The Problem: Aggregator Traps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High Commissions (15-30%)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Platforms like Swiggy, Zomato, and Blinkit eat 1/4th of every order value.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Zero Customer Ownership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Aggregators hide customer phone numbers, preventing direct repeat remarketing.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Rent vs. Own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You spend Lakhs building someone else's brand, not your own asset.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09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The Solution: Your Own System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0% Order Commissions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Keep 100% of revenue directly in your bank account via UPI &amp; COD.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Full Customer CRM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Build your direct database of loyal local Hyderabad / Telangana buyers.</a:t>
            </a:r>
          </a:p>
          <a:p>
            <a:pPr>
              <a:spcBef>
                <a:spcPts val="1400"/>
              </a:spcBef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Turnkey Brand Equity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   A custom branded website + Android app that permanently builds your 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ARCHITECTURE &amp;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Full-Stack Enterprise Technology Blueprint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Engineered for lightning speed, zero crashes, and zero vendor lock-in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Customer Storefront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React 18 + TypeScript + Vite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15 Completed high-conversion pages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Tailwind CSS modern responsive design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Audited &amp; tested down to 320px mobile viewports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Telugu &amp; English bilingual product titles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Admin ERP Suite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Enterprise Management Portal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10 Integrated operational business modules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Live order status transition pipeline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Inventory audit logs with reason recording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Coupon engine &amp; sales revenue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Backend REST API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Node.js + Express REST Engine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Clean modular MVC architecture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Bcrypt password hashing + JWT auth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ACID stock deduction &amp; cancellation restoral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Dynamic UPI QR payment generator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116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Dual-Mode Database</a:t>
            </a:r>
          </a:p>
          <a:p>
            <a:pPr>
              <a:defRPr sz="1100" b="1">
                <a:solidFill>
                  <a:srgbClr val="F59E0B"/>
                </a:solidFill>
                <a:latin typeface="Arial"/>
              </a:defRPr>
            </a:pPr>
            <a:r>
              <a:t>PostgreSQL + Instant Fallback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13 Normalized relational SQL tables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Zero-config embedded local JSON engine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Easy 1-click cloud deploy to Neon/Supabase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Zero ongoing software license fees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CUSTOMER FACING STOREFRONT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15 Completed High-Conversion Store Pages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Crafted specifically for local grocery, wood-pressed oils, and organic food 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Home Page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Promotional hero banners, category shortcuts, featured items, local trust signals, 4.9 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Catalog &amp; Search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Instant real-time search, category chip filters, price and rating sorting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3580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Product Details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Bilingual Telugu/English titles, discount calculator, unit badges, customer reviews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92608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03580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Smart Cart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Quantity steppers, subtotal &amp; free delivery threshold calculator, coupon promo box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3308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Express Checkout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GPS Auto-Fill, address book selector, delivery slot picker, UPI QR &amp; COD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2336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3308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Live Order Tracking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5-stage visual connected status stepper, 1-click cancellation with stock auto-refund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12064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3036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Customer Profile &amp; Orders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Complete past order history, multiple saved shipping addresses with default toggle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120640"/>
            <a:ext cx="525780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230368"/>
            <a:ext cx="4892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📄 Wishlist &amp; Discovery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1-click move to cart, special offers page, farm-to-table brand story, contact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STORE MANAGEMENT ERP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10 Integrated Business Administration Modules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Complete back-office control for warehouse, inventory, discounts, and dispatch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KPI Analytics Dashboard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Real-time revenue metrics, order velocity, active catalog count, and low-stock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Product Catalog Manager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Create, edit, and categorize products with MRP, discount pricing, Telugu names, and units.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011680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Order Dispatch Pipeline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Move orders seamlessly through Pending ➔ Confirmed ➔ Packed ➔ Out for Delivery ➔ Delivered.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19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Inventory &amp; Stock Logs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Real-time stock adjustments (+/-) with automated change-reason recording for audit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977639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160519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Dynamic Coupon Engine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Create flat or % discount codes, configure expiration dates, usage limits, and minimum cart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977639"/>
            <a:ext cx="3474720" cy="19659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4160519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Customer CRM &amp; Reports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  <a:latin typeface="Arial"/>
              </a:defRPr>
            </a:pPr>
            <a:r>
              <a:t>Track customer lifetime orders and spending; export sales and revenue analytics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MOBILE APP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Web + Android Mobile App in a Single Package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Pre-configured Capacitor Android container saving over ₹75,000 in mobile app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📱  Unified Single Codebase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No need to hire separate Flutter or React Native developers. Any product update appears instantly on both web and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📱  Zero App Store Latency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Sync latest web builds to the Android app in seconds with `npm run cap:sync`.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📱  Native Android APK Generation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Pre-configured with `@capacitor/android` and `@capacitor/core` ready for Play Store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3036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📱  Verified 320px Mobile Responsiveness</a:t>
            </a:r>
          </a:p>
          <a:p>
            <a:pPr>
              <a:defRPr sz="1200">
                <a:solidFill>
                  <a:srgbClr val="F8FAFC"/>
                </a:solidFill>
                <a:latin typeface="Arial"/>
              </a:defRPr>
            </a:pPr>
            <a:r>
              <a:t>All 16 mobile UI defects thoroughly audited and resolved across all device viewports.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DEVELOPMENT COST &amp; MARKET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Replacement Cost to Build From Scratch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Transparent agency rate comparison: 235 hours of professional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Customer Storefront (15 Pages)   |   145 hrs   |   Value: ₹1,16,000 ($5,800)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0720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Admin ERP Suite (10 Modules)   |   90 hrs   |   Value: ₹72,000 ($3,600)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67588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Capacitor Android Mobile Setup   |   Included   |   Value: ₹25,000 ($1,200)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3484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4456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Responsive QA &amp; Defect Resolution   |   16 Defects Fixed   |   Value: ₹15,000 ($750)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05966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13248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TOTAL AGENCY VALUATION   |   235+ hrs   |   Value: ₹2,28,000 ($11,350)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Arial"/>
              </a:defRPr>
            </a:pPr>
            <a:r>
              <a:t>💡 Client Advantage: Acquire this complete ready-to-launch asset at a fraction of agency development costs.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INVESTMENT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Three Simple, Transparent Acquisition Packages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Zero royalties, zero commission cuts, 100% platform ownership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Arial"/>
              </a:defRPr>
            </a:pPr>
            <a:r>
              <a:t>BASIC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₹45,000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($550 USD) • Codebase Handover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Complete source code repository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15 Storefront pages + 10 Admin modules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PostgreSQL schema + Seed data scripts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Technical architecture documentation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Self-hosted deployment guide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TURNKEY LAUNCH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₹75,000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($900 USD) • Recommended Choice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Everything in Basic package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Custom brand logo, colors &amp; domain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Live deployment on Vercel &amp; Cloud DB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Initial catalog &amp; category upload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30 Days technical bug-fix warranty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7472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9659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PREMIUM ENTERPRISE</a:t>
            </a:r>
          </a:p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₹1,10,000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($1,350 USD) • Web + Android APK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Everything in Turnkey Launch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Custom Android APK generated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Google Play Store publishing support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Razorpay payment gateway integration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  <a:latin typeface="Arial"/>
              </a:defRPr>
            </a:pPr>
            <a:r>
              <a:t>✔ 90 Days extended maintenance &amp;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FUTURE ENHANCEMENTS &amp; ADD-ONS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Modular Scale When You Need It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Clear transparent rates for advanced enterprise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3852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Automated Razorpay / Cashfree Gateway   —   ₹10,000 ($125)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Automated card, netbanking, and UPI webhook verification with zero manual intervention.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SMS &amp; WhatsApp OTP Login (Zepto-style)   —   ₹8,500 ($110)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Passwordless phone number login and instant WhatsApp order tracking notifications.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13308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Downloadable GST PDF Tax Invoices   —   ₹6,500 ($80)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1-Click automated GST compliant tax invoice PDF generation for customer and accounts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3036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Arial"/>
              </a:defRPr>
            </a:pPr>
            <a:r>
              <a:t>Live GPS Delivery Driver Tracking   —   ₹15,000 ($190)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Real-time Google Maps driver tracking screen showing arrival time and live route updates.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FAST-TRACK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Go Live in Under 72 Hours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simple, stress-free 4-step onboarding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01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Arial"/>
              </a:defRPr>
            </a:pPr>
            <a:r>
              <a:t>Day 1: Package Selection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Select your tier (Basic / Turnkey / Premium) and share your store name, logo, and brand color palette.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02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Arial"/>
              </a:defRPr>
            </a:pPr>
            <a:r>
              <a:t>Day 2: Cloud Setup &amp; Ingestion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We connect your custom domain, provision the PostgreSQL cloud database, and import your initial catalog.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03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Arial"/>
              </a:defRPr>
            </a:pPr>
            <a:r>
              <a:t>Day 3: Final Review &amp; Testing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Full QA verification across desktop, tablet, and mobile viewports with simulated test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011680"/>
            <a:ext cx="2194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STEP 04</a:t>
            </a:r>
          </a:p>
          <a:p>
            <a:pPr>
              <a:spcBef>
                <a:spcPts val="800"/>
              </a:spcBef>
              <a:defRPr sz="1500" b="1">
                <a:solidFill>
                  <a:srgbClr val="F8FAFC"/>
                </a:solidFill>
                <a:latin typeface="Arial"/>
              </a:defRPr>
            </a:pPr>
            <a:r>
              <a:t>Day 4: Live Launch &amp; Promotion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Your official quick-commerce store goes live to accept customer orders with 0% commissions!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